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</p:sldIdLst>
  <p:sldSz cx="9207500" cy="12280900"/>
  <p:notesSz cx="9207500" cy="122809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207500" cy="122809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4000" y="99962"/>
            <a:ext cx="3536057" cy="1506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85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Evaluation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Only.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Created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with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Aspose.PDF.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Copyright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2002-2025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Aspose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Pty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Ltd.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20116800" cy="15087598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9571" y="392711"/>
            <a:ext cx="13412681" cy="47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48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Evaluation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Only.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Created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with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Aspose.PDF.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Copyright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2002-2025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Aspose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Pty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ff0064"/>
                </a:solidFill>
                <a:latin typeface="Times New Roman"/>
                <a:cs typeface="Times New Roman"/>
              </a:rPr>
              <a:t>Ltd.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hp</dc:creator>
  <cp:lastModifiedBy>hp</cp:lastModifiedBy>
  <cp:revision>1</cp:revision>
  <dcterms:modified xsi:type="dcterms:W3CDTF">2026-01-08T19:44:27+00:00</dcterms:modified>
</cp:coreProperties>
</file>